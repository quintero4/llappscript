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8E4BD1-5DCF-49AA-9328-9BE8758002A3}">
  <a:tblStyle styleId="{BA8E4BD1-5DCF-49AA-9328-9BE8758002A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2874cd283_0_0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f2874cd283_0_0:notes"/>
          <p:cNvSpPr txBox="1"/>
          <p:nvPr>
            <p:ph idx="1" type="body"/>
          </p:nvPr>
        </p:nvSpPr>
        <p:spPr>
          <a:xfrm>
            <a:off x="685800" y="4400549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g3f2874cd28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content">
  <p:cSld name="Header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59100" y="491400"/>
            <a:ext cx="8424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59100" y="1176720"/>
            <a:ext cx="84240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–"/>
              <a:defRPr/>
            </a:lvl3pPr>
            <a:lvl4pPr indent="-317500" lvl="3" marL="18288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–"/>
              <a:defRPr/>
            </a:lvl5pPr>
            <a:lvl6pPr indent="-317500" lvl="5" marL="2743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–"/>
              <a:defRPr/>
            </a:lvl6pPr>
            <a:lvl7pPr indent="-317500" lvl="6" marL="32004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–"/>
              <a:defRPr/>
            </a:lvl7pPr>
            <a:lvl8pPr indent="-317500" lvl="7" marL="36576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–"/>
              <a:defRPr/>
            </a:lvl8pPr>
            <a:lvl9pPr indent="-317500" lvl="8" marL="41148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–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359100" y="4833000"/>
            <a:ext cx="216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246125" y="169381"/>
            <a:ext cx="8424000" cy="35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{{Title}}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None/>
            </a:pPr>
            <a:r>
              <a:t/>
            </a:r>
            <a:endParaRPr sz="3100"/>
          </a:p>
        </p:txBody>
      </p:sp>
      <p:graphicFrame>
        <p:nvGraphicFramePr>
          <p:cNvPr id="60" name="Google Shape;60;p14"/>
          <p:cNvGraphicFramePr/>
          <p:nvPr/>
        </p:nvGraphicFramePr>
        <p:xfrm>
          <a:off x="1249481" y="5257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{BA8E4BD1-5DCF-49AA-9328-9BE8758002A3}</a:tableStyleId>
              </a:tblPr>
              <a:tblGrid>
                <a:gridCol w="795925"/>
                <a:gridCol w="750275"/>
                <a:gridCol w="569825"/>
                <a:gridCol w="684350"/>
                <a:gridCol w="692300"/>
                <a:gridCol w="1890125"/>
                <a:gridCol w="522725"/>
                <a:gridCol w="1748825"/>
              </a:tblGrid>
              <a:tr h="21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{{STA}}</a:t>
                      </a:r>
                      <a:endParaRPr sz="1300"/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MSN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{{MSN}}</a:t>
                      </a:r>
                      <a:endParaRPr sz="1300"/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{{Author}}</a:t>
                      </a:r>
                      <a:endParaRPr sz="1300" u="none" cap="none" strike="noStrike"/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{{Date}}</a:t>
                      </a:r>
                      <a:endParaRPr sz="1300"/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TITLE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{{Title}}</a:t>
                      </a:r>
                      <a:endParaRPr sz="1300"/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Ref.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{{Reference}}</a:t>
                      </a:r>
                      <a:endParaRPr sz="1300"/>
                    </a:p>
                  </a:txBody>
                  <a:tcPr marT="35725" marB="35725" marR="71450" marL="714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Google Shape;61;p14"/>
          <p:cNvGraphicFramePr/>
          <p:nvPr/>
        </p:nvGraphicFramePr>
        <p:xfrm>
          <a:off x="359097" y="12112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{BA8E4BD1-5DCF-49AA-9328-9BE8758002A3}</a:tableStyleId>
              </a:tblPr>
              <a:tblGrid>
                <a:gridCol w="4343025"/>
                <a:gridCol w="4201700"/>
              </a:tblGrid>
              <a:tr h="1075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3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Description: 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{{Description}}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br>
                        <a:rPr lang="en" sz="1100" u="none" cap="none" strike="noStrike"/>
                      </a:br>
                      <a:endParaRPr sz="1100" u="none" cap="none" strike="noStrike"/>
                    </a:p>
                  </a:txBody>
                  <a:tcPr marT="30825" marB="30825" marR="61650" marL="616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</a:tr>
              <a:tr h="130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300" u="sng" cap="none" strike="noStrike">
                          <a:solidFill>
                            <a:schemeClr val="dk1"/>
                          </a:solidFill>
                        </a:rPr>
                        <a:t>Solution: </a:t>
                      </a:r>
                      <a:endParaRPr b="1" i="0" sz="1300" u="sng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300" u="sng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{{Solution}}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0825" marB="30825" marR="61650" marL="616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200" u="sng" cap="none" strike="noStrike">
                          <a:solidFill>
                            <a:schemeClr val="dk1"/>
                          </a:solidFill>
                        </a:rPr>
                        <a:t>Recommendations:</a:t>
                      </a:r>
                      <a:endParaRPr b="1" sz="1200" u="sng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Do:         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{{Do}}</a:t>
                      </a:r>
                      <a:b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</a:br>
                      <a:b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Don’t:</a:t>
                      </a:r>
                      <a:endParaRPr b="1" i="0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{{Dont}}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30825" marB="30825" marR="61650" marL="616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Impacted Process (if any): 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{{impactedProcess}}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0825" marB="30825" marR="61650" marL="616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b="1" i="0" lang="en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mage/Sketch: </a:t>
                      </a:r>
                      <a:endParaRPr b="1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30825" marB="30825" marR="61650" marL="616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6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Actions to be performed: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{{Actions}}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30825" marB="30825" marR="61650" marL="61650">
                    <a:lnL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1425">
                      <a:solidFill>
                        <a:srgbClr val="00206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</a:tbl>
          </a:graphicData>
        </a:graphic>
      </p:graphicFrame>
      <p:sp>
        <p:nvSpPr>
          <p:cNvPr id="62" name="Google Shape;62;p14"/>
          <p:cNvSpPr/>
          <p:nvPr/>
        </p:nvSpPr>
        <p:spPr>
          <a:xfrm>
            <a:off x="4721100" y="3796184"/>
            <a:ext cx="4161600" cy="101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{{Image}}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1328575" y="104400"/>
            <a:ext cx="2076000" cy="4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Station: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{{STA}}</a:t>
            </a:r>
            <a:endParaRPr sz="1000"/>
          </a:p>
        </p:txBody>
      </p:sp>
      <p:sp>
        <p:nvSpPr>
          <p:cNvPr id="68" name="Google Shape;68;p15"/>
          <p:cNvSpPr/>
          <p:nvPr/>
        </p:nvSpPr>
        <p:spPr>
          <a:xfrm>
            <a:off x="1328575" y="1517400"/>
            <a:ext cx="6228000" cy="113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Description: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{{Description}}</a:t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3404575" y="104400"/>
            <a:ext cx="2076000" cy="4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MSN: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{{MSN}}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5480575" y="104400"/>
            <a:ext cx="2076000" cy="4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Author: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{{Author}}</a:t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5480575" y="575400"/>
            <a:ext cx="2076000" cy="4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Ref: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{{Reference}}</a:t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1328575" y="575400"/>
            <a:ext cx="4152000" cy="4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Title: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{{Title}}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1328575" y="1046400"/>
            <a:ext cx="6228000" cy="4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Date: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{{Date}}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1328575" y="2649900"/>
            <a:ext cx="3075600" cy="113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Solution: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{{Solution}}</a:t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4404175" y="2649900"/>
            <a:ext cx="3152400" cy="113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Recomendations: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{{Do}}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{{Dont}}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210825" y="3848825"/>
            <a:ext cx="3152400" cy="1132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{{Image}}</a:t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1328575" y="3782400"/>
            <a:ext cx="3075600" cy="5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Impacted Process: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{{impactedProcess}}</a:t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1328575" y="4347600"/>
            <a:ext cx="3075600" cy="5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</a:rPr>
              <a:t>Actions: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{{Actions}}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